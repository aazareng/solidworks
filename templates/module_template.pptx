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SKIP=TRUE</a:t>
            </a:r>
          </a:p>
          <a:p>
            <a:r>
              <a:t>Instructions slide — not exported.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SKIP=TRUE</a:t>
            </a:r>
          </a:p>
          <a:p>
            <a:r>
              <a:t>Section divider —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TYPE=OVERVIEW</a:t>
            </a:r>
          </a:p>
          <a:p>
            <a:r>
              <a:t>TAG=OV-1</a:t>
            </a:r>
          </a:p>
          <a:p/>
          <a:p>
            <a:r>
              <a:t>Overall / hero image — this goes in the TOP-LEFT of the 2×2 grid.</a:t>
            </a:r>
          </a:p>
          <a:p>
            <a:r>
              <a:t>Replace the grey area with your image.</a:t>
            </a:r>
          </a:p>
          <a:p/>
          <a:p>
            <a:r>
              <a:t>--- Add any internal comments below this line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TYPE=OVERVIEW</a:t>
            </a:r>
          </a:p>
          <a:p>
            <a:r>
              <a:t>TAG=OV-2</a:t>
            </a:r>
          </a:p>
          <a:p/>
          <a:p>
            <a:r>
              <a:t>Detail image — TOP-RIGHT of the 2×2 grid.</a:t>
            </a:r>
          </a:p>
          <a:p>
            <a:r>
              <a:t>Replace the grey area with your image.</a:t>
            </a:r>
          </a:p>
          <a:p/>
          <a:p>
            <a:r>
              <a:t>--- Add any internal comments below this line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TYPE=OVERVIEW</a:t>
            </a:r>
          </a:p>
          <a:p>
            <a:r>
              <a:t>TAG=OV-3</a:t>
            </a:r>
          </a:p>
          <a:p/>
          <a:p>
            <a:r>
              <a:t>Detail image — BOTTOM-LEFT of the 2×2 grid.</a:t>
            </a:r>
          </a:p>
          <a:p>
            <a:r>
              <a:t>Replace the grey area with your image.</a:t>
            </a:r>
          </a:p>
          <a:p/>
          <a:p>
            <a:r>
              <a:t>--- Add any internal comments below this line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TYPE=OVERVIEW</a:t>
            </a:r>
          </a:p>
          <a:p>
            <a:r>
              <a:t>TAG=OV-4</a:t>
            </a:r>
          </a:p>
          <a:p/>
          <a:p>
            <a:r>
              <a:t>Detail image — BOTTOM-RIGHT of the 2×2 grid.</a:t>
            </a:r>
          </a:p>
          <a:p>
            <a:r>
              <a:t>Replace the grey area with your image.</a:t>
            </a:r>
          </a:p>
          <a:p/>
          <a:p>
            <a:r>
              <a:t>--- Add any internal comments below this line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SKIP=TRUE</a:t>
            </a:r>
          </a:p>
          <a:p>
            <a:r>
              <a:t>Section divider — Changeover.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TYPE=CHANGEOVER</a:t>
            </a:r>
          </a:p>
          <a:p>
            <a:r>
              <a:t>TAG=CO-1</a:t>
            </a:r>
          </a:p>
          <a:p/>
          <a:p>
            <a:r>
              <a:t>Step 1: [Write changeover procedure text here]</a:t>
            </a:r>
          </a:p>
          <a:p/>
          <a:p>
            <a:r>
              <a:t>Example:</a:t>
            </a:r>
          </a:p>
          <a:p>
            <a:r>
              <a:t>  1. Loosen the two (2) M8 bolts on the side guide bracket.</a:t>
            </a:r>
          </a:p>
          <a:p>
            <a:r>
              <a:t>  2. Slide the guide to the new product width dimension shown on the scale.</a:t>
            </a:r>
          </a:p>
          <a:p>
            <a:r>
              <a:t>  3. Re-tighten both bolts to 15 Nm.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TYPE=CHANGEOVER</a:t>
            </a:r>
          </a:p>
          <a:p>
            <a:r>
              <a:t>TAG=CO-2</a:t>
            </a:r>
          </a:p>
          <a:p/>
          <a:p>
            <a:r>
              <a:t>Step 2: [Write changeover procedure text here]</a:t>
            </a:r>
          </a:p>
          <a:p/>
          <a:p>
            <a:r>
              <a:t>Example:</a:t>
            </a:r>
          </a:p>
          <a:p>
            <a:r>
              <a:t>  1. Loosen the two (2) M8 bolts on the side guide bracket.</a:t>
            </a:r>
          </a:p>
          <a:p>
            <a:r>
              <a:t>  2. Slide the guide to the new product width dimension shown on the scale.</a:t>
            </a:r>
          </a:p>
          <a:p>
            <a:r>
              <a:t>  3. Re-tighten both bolts to 15 Nm.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MODULE DOCUMENTATION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8C00"/>
                </a:solidFill>
              </a:rPr>
              <a:t>Replace this slide with your module name above. Delete this instructions slide before saving.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HOW TO USE THIS TEMPLATE
SECTION 1 — OVERVIEW  (slides marked  [ OV ])
  • Slide OV-1 : Overall / hero image  →  top-left of the 2×2 grid in Section 5
  • Slides OV-2 … OV-4 : Detail images  →  remaining cells of the 2×2 grid
  • Add more OV slides if the module needs extra detail pages (each extra pair of 2 fills one additional grid)
SECTION 2 — CHANGEOVER  (slides marked  [ CO ])
  • One slide per changeover step image
  • Type the procedure text for that step in the NOTES PANEL (Ctrl+Shift+H to show)
  • The script reads notes as the numbered step text beneath each changeover image
DIVIDER SLIDES  (dark slides with section titles)
  • These are skipped by the generation script — do not delete them
  • Notes on divider slides contain  SKIP=TRUE  — do not remove that line
IMAGE GUIDELINES
  • Paste or insert your image/screenshot to fill the large grey placeholder area
  • Add callout arrows/shapes on top as needed — the whole slide is exported as one image
  • Recommended: keep text minimal on slides; use the notes for procedure text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SECTION 1 — OVERVIEW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8C00"/>
                </a:solidFill>
              </a:rPr>
              <a:t>Slides in this section → Section 5 of the manual  (2×2 grid layout)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OVERALL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83112" y="0"/>
            <a:ext cx="100584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964"/>
                </a:solidFill>
              </a:rPr>
              <a:t>[ OV-1 ]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566928"/>
            <a:ext cx="115031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A0A0A0"/>
                </a:solidFill>
              </a:rPr>
              <a:t>⬜  PASTE / INSERT IMAGE HERE
Use Insert → Pictures, or paste a screenshot.
Add callout shapes/arrows on top as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73368"/>
            <a:ext cx="12188952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</a:rPr>
              <a:t>Slide notes (below) are not exported — use them for step text or internal comments.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DETAIL IMAGE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83112" y="0"/>
            <a:ext cx="100584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964"/>
                </a:solidFill>
              </a:rPr>
              <a:t>[ OV-2 ]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566928"/>
            <a:ext cx="115031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A0A0A0"/>
                </a:solidFill>
              </a:rPr>
              <a:t>⬜  PASTE / INSERT IMAGE HERE
Use Insert → Pictures, or paste a screenshot.
Add callout shapes/arrows on top as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73368"/>
            <a:ext cx="12188952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</a:rPr>
              <a:t>Slide notes (below) are not exported — use them for step text or internal comments.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DETAIL IMAGE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83112" y="0"/>
            <a:ext cx="100584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964"/>
                </a:solidFill>
              </a:rPr>
              <a:t>[ OV-3 ]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566928"/>
            <a:ext cx="115031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A0A0A0"/>
                </a:solidFill>
              </a:rPr>
              <a:t>⬜  PASTE / INSERT IMAGE HERE
Use Insert → Pictures, or paste a screenshot.
Add callout shapes/arrows on top as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73368"/>
            <a:ext cx="12188952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</a:rPr>
              <a:t>Slide notes (below) are not exported — use them for step text or internal comments.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DETAIL IMAGE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83112" y="0"/>
            <a:ext cx="100584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964"/>
                </a:solidFill>
              </a:rPr>
              <a:t>[ OV-4 ]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566928"/>
            <a:ext cx="115031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A0A0A0"/>
                </a:solidFill>
              </a:rPr>
              <a:t>⬜  PASTE / INSERT IMAGE HERE
Use Insert → Pictures, or paste a screenshot.
Add callout shapes/arrows on top as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73368"/>
            <a:ext cx="12188952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</a:rPr>
              <a:t>Slide notes (below) are not exported — use them for step text or internal comments.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SECTION 2 — CHANGEOVER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8C00"/>
                </a:solidFill>
              </a:rPr>
              <a:t>Slides in this section → Section 7 of the manual  |  Write step text in slide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CHANGEOVER STEP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83112" y="0"/>
            <a:ext cx="100584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964"/>
                </a:solidFill>
              </a:rPr>
              <a:t>[ CO-1 ]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566928"/>
            <a:ext cx="115031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A0A0A0"/>
                </a:solidFill>
              </a:rPr>
              <a:t>⬜  PASTE / INSERT IMAGE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73368"/>
            <a:ext cx="12188952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</a:rPr>
              <a:t>Write the procedure text for this step in the Notes panel below (Ctrl+Shift+H).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64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CHANGEOVER STEP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83112" y="0"/>
            <a:ext cx="100584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964"/>
                </a:solidFill>
              </a:rPr>
              <a:t>[ CO-2 ]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566928"/>
            <a:ext cx="11503152" cy="5760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A0A0A0"/>
                </a:solidFill>
              </a:rPr>
              <a:t>⬜  PASTE / INSERT IMAGE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73368"/>
            <a:ext cx="12188952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</a:rPr>
              <a:t>Write the procedure text for this step in the Notes panel below (Ctrl+Shift+H).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